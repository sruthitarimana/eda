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49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1828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🐼 Pandas EDA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Cheat Sheet for Data Analysts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functions every data professional must know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60120" y="3063240"/>
            <a:ext cx="228600" cy="2286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463040" y="3063240"/>
            <a:ext cx="228600" cy="228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965960" y="3063240"/>
            <a:ext cx="228600" cy="228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2468880" y="3063240"/>
            <a:ext cx="228600" cy="228600"/>
          </a:xfrm>
          <a:prstGeom prst="ellipse">
            <a:avLst/>
          </a:prstGeom>
          <a:solidFill>
            <a:srgbClr val="1E3A5F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5720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Swipe to explore →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Tarimana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0" y="4480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07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📥  Data Loading &amp; Quick Inspection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Your Data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8686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380390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pd.read_csv('file.csv')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pd.read_excel('file.xlsx')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pd.read_sql(query, connection)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212848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21284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Peek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70048"/>
            <a:ext cx="4023360" cy="82296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743200"/>
            <a:ext cx="38039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df.head()       # top rows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df.tail()       # bottom rows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df.shape        # (rows, cols)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Structure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4206240" cy="8686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81728" y="1307592"/>
            <a:ext cx="398678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       # data types + nulls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df.describe()   # stats summary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df.dtypes       # column types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212848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0" y="2212848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221284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Missing Values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670048"/>
            <a:ext cx="4206240" cy="82296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2743200"/>
            <a:ext cx="398678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df.isnull().sum()         # count nulls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df.fillna(value)          # fill nulls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df.dropna()               # drop nulls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657600"/>
            <a:ext cx="8503920" cy="502920"/>
          </a:xfrm>
          <a:prstGeom prst="rect">
            <a:avLst/>
          </a:prstGeom>
          <a:solidFill>
            <a:srgbClr val="0A1622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703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 Tip:  Always call df.info() and df.describe() first — they reveal shape, dtypes, and missing data in one shot.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0" y="4663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0B8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Tarimana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07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Data Cleaning &amp; Transformation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 &amp; Drop Columns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df.rename(columns={'old':'new'})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df.drop(columns=['col_name'])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402336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523744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df.duplicated()        # find dupes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df.drop_duplicates()   # remove them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218688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3218688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11480" y="3218688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4320" y="3675888"/>
            <a:ext cx="402336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84048" y="3749040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df['col'].astype('category')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pd.to_datetime(df['date_col'])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777240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&amp; Transform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1234440"/>
            <a:ext cx="420624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1307592"/>
            <a:ext cx="39867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df['col'].apply(lambda x: x + 1)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df.apply(lambda row: func(row), axis=1)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0" y="1993392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4572000" y="199339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09160" y="199339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&amp; Reshape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0" y="2450592"/>
            <a:ext cx="4206240" cy="8686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681728" y="2523744"/>
            <a:ext cx="398678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df.pivot_table(index='col1',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values='col2', aggfunc='mean')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df.melt(id_vars=['col1'])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572000" y="3429000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572000" y="342900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709160" y="342900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DataFrames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0" y="3886200"/>
            <a:ext cx="420624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4681728" y="3959352"/>
            <a:ext cx="398678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pd.merge(df1, df2, on='col', how='left')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pd.concat([df1, df2])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0" y="4663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0B8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Tarimana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07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Smart Indexing &amp; Selection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8892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80467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Position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261872"/>
            <a:ext cx="278892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38328" y="1335024"/>
            <a:ext cx="2569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df.iloc[0:5]       # rows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df.iloc[:, 0:3]   # cols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804672"/>
            <a:ext cx="278892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246120" y="80467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383280" y="80467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by Label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46120" y="1261872"/>
            <a:ext cx="278892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355848" y="1335024"/>
            <a:ext cx="2569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df.loc[0:5]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df.loc[:, 'col1':'col3']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63640" y="804672"/>
            <a:ext cx="278892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263640" y="80467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0" y="804672"/>
            <a:ext cx="2606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Filter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1261872"/>
            <a:ext cx="2788920" cy="74980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373368" y="1335024"/>
            <a:ext cx="2569464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df[df['col'] &gt; 10]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df[df['col'].isin([1,2,3])]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28600" y="2176272"/>
            <a:ext cx="868680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" y="217627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2176272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Function (SQL-style)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8600" y="2633472"/>
            <a:ext cx="8686800" cy="54864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338328" y="2706624"/>
            <a:ext cx="846734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df.query('age &gt; 25 and salary &gt; 50000')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28600" y="3310128"/>
            <a:ext cx="868680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3310128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3310128"/>
            <a:ext cx="8503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28600" y="3767328"/>
            <a:ext cx="8686800" cy="82296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38328" y="3840480"/>
            <a:ext cx="846734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df.corr()              # correlation matrix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df['col'].value_counts()   # frequency count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df['col'].unique()         # distinct values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0" y="4663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0B8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Tarimana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07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GroupBy &amp; Aggregation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GroupBy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658368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380390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df.groupby('col').mean()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df.groupby(['col1','col2']).sum()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1993392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199339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199339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Aggregations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450592"/>
            <a:ext cx="4023360" cy="77724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523744"/>
            <a:ext cx="3803904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df.groupby('col').agg(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['mean','sum','count'])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df.groupby('col').agg(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{'a':'mean','b':'sum'})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Grouping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4206240" cy="804672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81728" y="1307592"/>
            <a:ext cx="39867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Group by month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df.groupby(pd.Grouper(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key='date_col', freq='M')).sum()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176272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0" y="217627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2176272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Resample &amp; Rolling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633472"/>
            <a:ext cx="4206240" cy="8686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2706624"/>
            <a:ext cx="3986784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df.resample('M', on='date').mean()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df['col'].rolling(window=5).mean()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df['col'].shift(1)   # lag analysis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337560"/>
            <a:ext cx="850392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11480" y="3337560"/>
            <a:ext cx="8321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&amp; Standardize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74320" y="3794760"/>
            <a:ext cx="8503920" cy="77724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84048" y="3867912"/>
            <a:ext cx="8284464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Min-Max:  (df['col'] - df['col'].min()) / (df['col'].max() - df['col'].min())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Z-Score:  (df['col'] - df['col'].mean()) / df['col'].std()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0" y="4663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0B8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Tarimana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Visualization &amp; File Export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Plots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023360" cy="82296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384048" y="1307592"/>
            <a:ext cx="380390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df['col'].hist(bins=20)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df.boxplot(column='num', by='cat')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df.plot.scatter(x='col1', y='col2')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402336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74320" y="2176272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176272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Seaborn Integration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633472"/>
            <a:ext cx="4023360" cy="804672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84048" y="2706624"/>
            <a:ext cx="380390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seaborn as sns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sns.heatmap(df.corr(), annot=True)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sns.pairplot(df)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572000" y="777240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777240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777240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Data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0" y="1234440"/>
            <a:ext cx="4206240" cy="987552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81728" y="1307592"/>
            <a:ext cx="3986784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df.to_csv('output.csv', index=False)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df.to_excel('output.xlsx')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df.to_json('output.json')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df.to_sql('table', connection)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0" y="2350008"/>
            <a:ext cx="4206240" cy="438912"/>
          </a:xfrm>
          <a:prstGeom prst="rect">
            <a:avLst/>
          </a:prstGeom>
          <a:solidFill>
            <a:srgbClr val="142232"/>
          </a:solidFill>
          <a:ln w="12700">
            <a:solidFill>
              <a:srgbClr val="112233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572000" y="2350008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09160" y="2350008"/>
            <a:ext cx="40233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Optimization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807208"/>
            <a:ext cx="4206240" cy="82296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81728" y="2880360"/>
            <a:ext cx="3986784" cy="6766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df.memory_usage(deep=True)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df['col'].astype('category')  # save RAM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7FDBD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pd.read_csv('f.csv', chunksize=1000)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3749040"/>
            <a:ext cx="8503920" cy="548640"/>
          </a:xfrm>
          <a:prstGeom prst="rect">
            <a:avLst/>
          </a:prstGeom>
          <a:solidFill>
            <a:srgbClr val="0A1622"/>
          </a:solidFill>
          <a:ln w="12700">
            <a:solidFill>
              <a:srgbClr val="48CA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381304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Use sns.heatmap(df.corr()) to instantly spot highly correlated features before modeling.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0" y="46634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1905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90B8C8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Sruthi Tarimana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0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07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0116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Save this for your next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project!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2148840"/>
            <a:ext cx="2606040" cy="17830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inspect first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 + df.describe()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2148840"/>
            <a:ext cx="2606040" cy="17830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0" y="2194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🧼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269748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before you analyse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nulls &amp; duplicates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2148840"/>
            <a:ext cx="2606040" cy="1783080"/>
          </a:xfrm>
          <a:prstGeom prst="rect">
            <a:avLst/>
          </a:prstGeom>
          <a:solidFill>
            <a:srgbClr val="112233"/>
          </a:solidFill>
          <a:ln w="19050">
            <a:solidFill>
              <a:srgbClr val="00B4D8"/>
            </a:solidFill>
            <a:prstDash val="solid"/>
          </a:ln>
          <a:effectLst>
            <a:outerShdw blurRad="101600" dist="254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35040" y="2194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2697480"/>
            <a:ext cx="24231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 is your best friend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pattern discovery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this useful? Like &amp; share with your network! 🙌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553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EB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Sruthi Tarimana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B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882</Words>
  <Application>Microsoft Office PowerPoint</Application>
  <PresentationFormat>On-screen Show (16:9)</PresentationFormat>
  <Paragraphs>130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Pandas EDA Cheat Sheet</dc:title>
  <dc:subject>PptxGenJS Presentation</dc:subject>
  <dc:creator>Sruthi Tarimana</dc:creator>
  <cp:lastModifiedBy>Sruthi  Nandigam- 21A4HP807</cp:lastModifiedBy>
  <cp:revision>1</cp:revision>
  <dcterms:created xsi:type="dcterms:W3CDTF">2026-04-12T06:42:18Z</dcterms:created>
  <dcterms:modified xsi:type="dcterms:W3CDTF">2026-04-17T09:40:36Z</dcterms:modified>
</cp:coreProperties>
</file>